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AI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algun Gothic"/>
              </a:rPr>
              <a:t>강의 학습 통합 어시스턴트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Malgun Gothic"/>
              </a:rPr>
              <a:t>강의자료 한 번 업로드로 분석 · 인강 · 맞춤 챗봇까지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3657600" cy="76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6B6D4"/>
                </a:solidFill>
                <a:latin typeface="Malgun Gothic"/>
              </a:rPr>
              <a:t>FastAPI · Ollama qwen3 (8B 기본 / 32B 고급) · BGE-m3 RAG · Edge-TTS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CBD5E1"/>
                </a:solidFill>
                <a:latin typeface="Malgun Gothic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94960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Malgun Gothic"/>
              </a:rPr>
              <a:t>출발점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E2A47"/>
                </a:solidFill>
                <a:latin typeface="Malgun Gothic"/>
              </a:rPr>
              <a:t>강의 학습의 비효율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학생 · 방대한 강의자료, 핵심 추출 어려움</a:t>
            </a:r>
          </a:p>
          <a:p>
            <a:pPr algn="l">
              <a:lnSpc>
                <a:spcPct val="200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강사 · 학생 수준별 개별 응대 부담</a:t>
            </a:r>
          </a:p>
          <a:p>
            <a:pPr algn="l">
              <a:lnSpc>
                <a:spcPct val="200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기존 LLM · 강의 맥락 모름, 전공 부정확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1783080"/>
            <a:ext cx="5394960" cy="4754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Malgun Gothic"/>
              </a:rPr>
              <a:t>솔루션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한 번 업로드 → 모두 자동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자동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2735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요약 · 개념 · 시험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23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인강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0507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스크립트 + TTS + 자막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맞춤 챗봇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8280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RAG + 학생 수준 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32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0F172A"/>
                </a:solidFill>
                <a:latin typeface="Malgun Gothic"/>
              </a:rPr>
              <a:t>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노트 ·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6052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algun Gothic"/>
              </a:rPr>
              <a:t>학습 이력 자동 누적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어떻게 만들어왔나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algun Gothic"/>
              </a:rPr>
              <a:t>개발 사이클 — 4 단계 반복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기존 레포 분석 · 문제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최소 기능부터 빠르게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실데이터 테스트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34272" y="2194560"/>
            <a:ext cx="2679192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2331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algun Gothic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33172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74320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리팩터링 + 문서화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algun Gothic"/>
              </a:rPr>
              <a:t>주요 마일스톤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7763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142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99592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프로젝트 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99592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베이스 레포 분석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8911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42569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40740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기반 시스템 완성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40740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JWT · RAG · 수준 평가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0059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83717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81888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방향 전환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81888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KD 폐기 → RAG 중심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1207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4865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23036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인강 자동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23036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HWP/PPTX · Edge-TTS · ffmpeg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2355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66013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64184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시험 UI · 영상 보관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64184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인터랙티브 카드 · 강의자료별 격리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035039"/>
            <a:ext cx="91440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0716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06-16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605332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2A47"/>
                </a:solidFill>
                <a:latin typeface="Malgun Gothic"/>
              </a:rPr>
              <a:t>최종 정리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6053327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Malgun Gothic"/>
              </a:rPr>
              <a:t>환경 통합 · 문서화 · 운영 준비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어떤 구조인가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2103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algun Gothic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E2A47"/>
                </a:solidFill>
                <a:latin typeface="Malgun Gothic"/>
              </a:rPr>
              <a:t>브라우저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JWT · 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011680"/>
            <a:ext cx="4572000" cy="41148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Malgun Gothic"/>
              </a:rPr>
              <a:t>FastAPI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14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Python · 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9" y="3154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auth · JWT 인증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9" y="36118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rag · 검색·임베딩·재순위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9" y="40690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document · PDF/HWP/PPTX 병렬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45262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lecture · 영상 자동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9" y="4983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llm · Ollama 라우팅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9" y="5440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• student · DB·수준·노트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51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28600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algun Gothic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2A47"/>
                </a:solidFill>
                <a:latin typeface="Malgun Gothic"/>
              </a:rPr>
              <a:t>Ollama qwen3 (8B 기본 / 32B 고급)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566160"/>
            <a:ext cx="2286000" cy="2560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749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algun Gothic"/>
              </a:rP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160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rag_indexes/&lt;sid&gt;/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480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  parents · children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800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  faiss.index · 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120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lecture_&lt;sid&gt;_*.mp4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440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nsolas"/>
              </a:rPr>
              <a:t>students.db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어떤 기술을 썼나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uvicorn[standard]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python-jose (JWT)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passlib[bcrypt&lt;4.1]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8144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38144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RAG /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1064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sentence-transformers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41064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BGE-m3 임베딩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6744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4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BGE Reranker v2-m3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4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faiss-cpu (IndexFlatIP)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문서 파싱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PyMuPDF · pdfplumber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python-hwpx · pyhwp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python-pptx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Surya OCR / PaddleOCR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34272" y="1783080"/>
            <a:ext cx="2679192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196596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영상 생성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192" y="285292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Edge-TTS (ko-KR)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37192" y="363016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Pillow 슬라이드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4434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2" y="440740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ffmpeg concat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Malgun Gothic"/>
              </a:rPr>
              <a:t>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37192" y="5184648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Malgun Gothic"/>
              </a:rPr>
              <a:t>단어 단위 자막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어떤 모델을 썼나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LLM · 기본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⚡ Qwen3 : 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빠른 응답 · 약 5~6GB
일반 강의 자료 대응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기본 추론 / 채팅 /
분석 / 영상 스크립트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9476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LLM · 고급 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48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🔍 Qwen3 : 32B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고품질 추론 · 약 18~22GB
어려운 자료 / 전공 깊이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560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83464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사용자가 드롭다운에서
전환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6052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251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BGE-m3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다국어 SOTA 임베딩
약 2.3GB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강의 자료 청크를 벡터로
변환해 의미 검색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16052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4160520"/>
            <a:ext cx="54406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3251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Reranker · TTS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BGE Reranker + Edge-TTS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특징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Reranker · 정밀 재순위 (top 3)
Edge-TTS · ko-KR 자연 발음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Malgun Gothic"/>
              </a:rPr>
              <a:t>역할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5212080"/>
            <a:ext cx="2468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검색 정확도 + 한국어
음성 합성 동시 담당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어떻게 작동하나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103120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회원가입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JWT 발급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3200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62072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2072" y="2103120"/>
            <a:ext cx="2103120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자료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PDF/HWP/PPTX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5192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2103120"/>
            <a:ext cx="2103120" cy="731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자동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SSE 스트리밍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7184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6056" y="2103120"/>
            <a:ext cx="2103120" cy="731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6056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인강 자동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6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백그라운드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176" y="3200400"/>
            <a:ext cx="118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Malgun Gothic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210312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28048" y="2103120"/>
            <a:ext cx="2103120" cy="7315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8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E2A47"/>
                </a:solidFill>
                <a:latin typeface="Malgun Gothic"/>
              </a:rPr>
              <a:t>챗봇 · 노트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수준별 응답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212080"/>
            <a:ext cx="10908792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algun Gothic"/>
              </a:rPr>
              <a:t>질문이 들어오면 내부에서 일어나는 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onsolas"/>
              </a:rPr>
              <a:t>사용자 질문 → BGE-m3 임베딩 → FAISS 검색 (k=20) → BGE Reranker (top 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6080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onsolas"/>
              </a:rPr>
              <a:t>→ 학생 수준 분류 (입문/중급/심화) → qwen3:8b (또는 32b 고급) → SSE 응답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핵심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자동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요약 · 개념 · 시험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한 번 업로드로 3가지 동시 생성
SSE 토큰 스트리밍
시험은 인터랙티브 카드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38144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8144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인강 영상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5단계 자동 합성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스크립트 → TTS → 슬라이드
→ ffmpeg → 자막 burn-in
약 5분 / 결과 8분 영상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RAG 챗봇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수준별 응답 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검색 + 학생 수준 자동 인식
입문 / 중급 / 심화 시스템
프롬프트 분기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1783080"/>
            <a:ext cx="267919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4272" y="1783080"/>
            <a:ext cx="2679192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1965960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Malgun Gothic"/>
              </a:rPr>
              <a:t>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46888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노트 ·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06324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Malgun Gothic"/>
              </a:rPr>
              <a:t>학습 이력 자동 누적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3703320"/>
            <a:ext cx="231343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채팅·분석에서 📌 저장
카테고리별 모아보기
날짜·완료체크 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사용자 간 데이터 격리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908792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✓ 다중 사용자 환경에서 본인 외 접근 구조적 불가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algun Gothic"/>
              </a:rPr>
              <a:t>노트 · RAG 인덱스 · 영상 · 일정 · 채팅 이력 — 전 항목 격리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📔 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WHERE student_id=? AND id=?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본인 노트만
CRUD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8144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📚 RAG 인덱스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2464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rag_indexes/&lt;student_id&gt;/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학생별
디렉토리 분리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🎬 영상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lecture_&lt;student_id&gt;_&lt;file&gt;.mp4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학생별 파일명
+ has_state 가드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2926080"/>
            <a:ext cx="26791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3200400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Malgun Gothic"/>
              </a:rPr>
              <a:t>📅 일정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8592" y="3931920"/>
            <a:ext cx="2130552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4069080"/>
            <a:ext cx="1947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onsolas"/>
              </a:rPr>
              <a:t>WHERE student_id=?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754880"/>
            <a:ext cx="2313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algun Gothic"/>
              </a:rPr>
              <a:t>SQLite 행
학생별 필터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Malgun Gothic"/>
              </a:rPr>
              <a:t>JWT 토큰에서 student_id 추출 → 모든 DB 쿼리에 자동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29260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lgun Gothic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algun Gothic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Malgun Gothic"/>
              </a:rPr>
              <a:t>현재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8580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algun Gothic"/>
              </a:rPr>
              <a:t>완료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강의자료 업로드 → 자동 분석 + 영상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34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수준별 RAG 챗봇 (입문/중급/심화)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시험 인터랙티브 카드 · 라디오 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57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강의자료별 영상 보관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사용자별 RAG 인덱스 디스크 영속화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JWT 인증 + 사용자 데이터 완전 격리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노트 · 일정 · 학습 이력 자동 누적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03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환경변수 통합 · 원클릭 실행 (run.sh)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715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Malgun Gothic"/>
              </a:rPr>
              <a:t>전체 README + 트러블슈팅 문서화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1783080"/>
            <a:ext cx="3867912" cy="4754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algun Gothic"/>
              </a:rPr>
              <a:t>핵심 지표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4231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7 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560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지원 자료 형식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004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3 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학생 수준 분류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9776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8 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1148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결과 영상 길이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54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≤1초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8920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RAG 검색 응답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532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0E2A47"/>
                </a:solidFill>
                <a:latin typeface="Malgun Gothic"/>
              </a:rPr>
              <a:t>0개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669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algun Gothic"/>
              </a:rPr>
              <a:t>외부 LLM API 의존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algun Gothic"/>
              </a:rPr>
              <a:t>AI Tutor · Project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64592" cy="411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Malgun 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Malgun Gothic"/>
              </a:rPr>
              <a:t>질의응답 · 시연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86400"/>
            <a:ext cx="10515600" cy="76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AI Tutor — 강의 학습 통합 어시스턴트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CBD5E1"/>
                </a:solidFill>
                <a:latin typeface="Malgun Gothic"/>
              </a:rPr>
              <a:t>FastAPI · Ollama qwen3 (8B 기본 / 32B 고급) · BGE-m3 RAG · Edge-TTS · ffmpeg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